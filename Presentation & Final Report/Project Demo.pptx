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33" r:id="rId2"/>
    <p:sldId id="353" r:id="rId3"/>
    <p:sldId id="335" r:id="rId4"/>
    <p:sldId id="336" r:id="rId5"/>
    <p:sldId id="337" r:id="rId6"/>
    <p:sldId id="338" r:id="rId7"/>
    <p:sldId id="339" r:id="rId8"/>
    <p:sldId id="342" r:id="rId9"/>
    <p:sldId id="340" r:id="rId10"/>
    <p:sldId id="343" r:id="rId11"/>
    <p:sldId id="344" r:id="rId12"/>
    <p:sldId id="345" r:id="rId13"/>
    <p:sldId id="346" r:id="rId14"/>
    <p:sldId id="347" r:id="rId15"/>
    <p:sldId id="348" r:id="rId16"/>
    <p:sldId id="349" r:id="rId17"/>
    <p:sldId id="350" r:id="rId18"/>
    <p:sldId id="351" r:id="rId19"/>
    <p:sldId id="352" r:id="rId20"/>
    <p:sldId id="29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814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15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88C0A5-26C6-48A7-A37F-BE5444C85EB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A7AB6C-2E01-4892-91D6-FA84BF268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355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33EB2A85-C6E0-A015-BD9C-4CA9068B1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70:notes">
            <a:extLst>
              <a:ext uri="{FF2B5EF4-FFF2-40B4-BE49-F238E27FC236}">
                <a16:creationId xmlns:a16="http://schemas.microsoft.com/office/drawing/2014/main" id="{EF69135C-FE54-22B3-8BA7-9A88627ECE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70:notes">
            <a:extLst>
              <a:ext uri="{FF2B5EF4-FFF2-40B4-BE49-F238E27FC236}">
                <a16:creationId xmlns:a16="http://schemas.microsoft.com/office/drawing/2014/main" id="{E4E8685F-ED3E-53A1-F0BE-8F391E1CFF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8470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9E8468EC-A3C0-FC03-55BE-8DC9E89DD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70:notes">
            <a:extLst>
              <a:ext uri="{FF2B5EF4-FFF2-40B4-BE49-F238E27FC236}">
                <a16:creationId xmlns:a16="http://schemas.microsoft.com/office/drawing/2014/main" id="{63824A1C-D3FC-1FF5-E2EF-678F18B84A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70:notes">
            <a:extLst>
              <a:ext uri="{FF2B5EF4-FFF2-40B4-BE49-F238E27FC236}">
                <a16:creationId xmlns:a16="http://schemas.microsoft.com/office/drawing/2014/main" id="{9FD92998-BADD-92EF-5710-9342C5DD25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3415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FD18DB0D-7311-EA2D-9D6A-04C6D9B1C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70:notes">
            <a:extLst>
              <a:ext uri="{FF2B5EF4-FFF2-40B4-BE49-F238E27FC236}">
                <a16:creationId xmlns:a16="http://schemas.microsoft.com/office/drawing/2014/main" id="{0A0B4077-BC7E-B278-B7E8-A34A479E56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70:notes">
            <a:extLst>
              <a:ext uri="{FF2B5EF4-FFF2-40B4-BE49-F238E27FC236}">
                <a16:creationId xmlns:a16="http://schemas.microsoft.com/office/drawing/2014/main" id="{841FC484-FF01-08E5-4A45-2E10B93B1D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3940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C06DC3D3-2F2E-23E3-1F6C-3A82A4ABE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70:notes">
            <a:extLst>
              <a:ext uri="{FF2B5EF4-FFF2-40B4-BE49-F238E27FC236}">
                <a16:creationId xmlns:a16="http://schemas.microsoft.com/office/drawing/2014/main" id="{E839EC34-6409-0735-822E-09A68B07EF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70:notes">
            <a:extLst>
              <a:ext uri="{FF2B5EF4-FFF2-40B4-BE49-F238E27FC236}">
                <a16:creationId xmlns:a16="http://schemas.microsoft.com/office/drawing/2014/main" id="{C758D741-58FD-BC1F-D3F9-DC0D96A1CB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3105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95866FF0-7991-32F5-64AC-588C9A70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70:notes">
            <a:extLst>
              <a:ext uri="{FF2B5EF4-FFF2-40B4-BE49-F238E27FC236}">
                <a16:creationId xmlns:a16="http://schemas.microsoft.com/office/drawing/2014/main" id="{663D4A10-E8B4-1E9C-B41F-DCF3CBF00B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70:notes">
            <a:extLst>
              <a:ext uri="{FF2B5EF4-FFF2-40B4-BE49-F238E27FC236}">
                <a16:creationId xmlns:a16="http://schemas.microsoft.com/office/drawing/2014/main" id="{CE3DF81F-1A8E-F430-7BE3-9EE646F302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7952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1D1DB980-438F-0F01-7E8B-743867778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70:notes">
            <a:extLst>
              <a:ext uri="{FF2B5EF4-FFF2-40B4-BE49-F238E27FC236}">
                <a16:creationId xmlns:a16="http://schemas.microsoft.com/office/drawing/2014/main" id="{F4BB433E-BF5B-A120-C771-7D748E0CAE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70:notes">
            <a:extLst>
              <a:ext uri="{FF2B5EF4-FFF2-40B4-BE49-F238E27FC236}">
                <a16:creationId xmlns:a16="http://schemas.microsoft.com/office/drawing/2014/main" id="{A7B42696-51A6-A149-9D52-13C5F6573E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50842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67203894-EAEF-0841-09BE-B06F846AB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70:notes">
            <a:extLst>
              <a:ext uri="{FF2B5EF4-FFF2-40B4-BE49-F238E27FC236}">
                <a16:creationId xmlns:a16="http://schemas.microsoft.com/office/drawing/2014/main" id="{D187E56A-623D-C84C-950F-E1857D99CC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70:notes">
            <a:extLst>
              <a:ext uri="{FF2B5EF4-FFF2-40B4-BE49-F238E27FC236}">
                <a16:creationId xmlns:a16="http://schemas.microsoft.com/office/drawing/2014/main" id="{DC8C5635-D00C-5C1E-95E0-F88403690C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48512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0AAB2988-FE9C-1B19-F608-129F4BBF0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70:notes">
            <a:extLst>
              <a:ext uri="{FF2B5EF4-FFF2-40B4-BE49-F238E27FC236}">
                <a16:creationId xmlns:a16="http://schemas.microsoft.com/office/drawing/2014/main" id="{649B1FAB-D24B-7E99-B138-AD35C249DA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70:notes">
            <a:extLst>
              <a:ext uri="{FF2B5EF4-FFF2-40B4-BE49-F238E27FC236}">
                <a16:creationId xmlns:a16="http://schemas.microsoft.com/office/drawing/2014/main" id="{86E65B5E-8C73-90E5-AFE2-8100043F6D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20234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A11E98FD-54CA-E5B1-121E-3B20F9088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70:notes">
            <a:extLst>
              <a:ext uri="{FF2B5EF4-FFF2-40B4-BE49-F238E27FC236}">
                <a16:creationId xmlns:a16="http://schemas.microsoft.com/office/drawing/2014/main" id="{F42E7325-096D-8AF2-3040-7DFCDBBF50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70:notes">
            <a:extLst>
              <a:ext uri="{FF2B5EF4-FFF2-40B4-BE49-F238E27FC236}">
                <a16:creationId xmlns:a16="http://schemas.microsoft.com/office/drawing/2014/main" id="{BBBE8CCD-7A90-30B0-004E-B7E6E48BCE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2731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6397EA4B-5130-6BAE-E710-1BC74BF36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70:notes">
            <a:extLst>
              <a:ext uri="{FF2B5EF4-FFF2-40B4-BE49-F238E27FC236}">
                <a16:creationId xmlns:a16="http://schemas.microsoft.com/office/drawing/2014/main" id="{9263A765-13AA-3FA1-A59B-94C136D5E1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70:notes">
            <a:extLst>
              <a:ext uri="{FF2B5EF4-FFF2-40B4-BE49-F238E27FC236}">
                <a16:creationId xmlns:a16="http://schemas.microsoft.com/office/drawing/2014/main" id="{71D1B886-6A58-0158-B32F-D394ECF196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43965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04C8656A-5803-3EBF-CC87-CD5384C09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70:notes">
            <a:extLst>
              <a:ext uri="{FF2B5EF4-FFF2-40B4-BE49-F238E27FC236}">
                <a16:creationId xmlns:a16="http://schemas.microsoft.com/office/drawing/2014/main" id="{3DCD171B-EC16-E0D7-DDCE-37F0868322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70:notes">
            <a:extLst>
              <a:ext uri="{FF2B5EF4-FFF2-40B4-BE49-F238E27FC236}">
                <a16:creationId xmlns:a16="http://schemas.microsoft.com/office/drawing/2014/main" id="{F01AD84F-0B1C-5212-8C6D-E0736CB37B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9520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37F40408-0487-FEE7-79DE-F68AF877A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70:notes">
            <a:extLst>
              <a:ext uri="{FF2B5EF4-FFF2-40B4-BE49-F238E27FC236}">
                <a16:creationId xmlns:a16="http://schemas.microsoft.com/office/drawing/2014/main" id="{E2E9C94B-DA41-C39C-1B33-E55A7601CF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70:notes">
            <a:extLst>
              <a:ext uri="{FF2B5EF4-FFF2-40B4-BE49-F238E27FC236}">
                <a16:creationId xmlns:a16="http://schemas.microsoft.com/office/drawing/2014/main" id="{59AA4519-30B6-B9B3-8A9A-25B7ABAFAC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56571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CA847A15-47CF-069B-440E-5605DD907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70:notes">
            <a:extLst>
              <a:ext uri="{FF2B5EF4-FFF2-40B4-BE49-F238E27FC236}">
                <a16:creationId xmlns:a16="http://schemas.microsoft.com/office/drawing/2014/main" id="{4E7BA226-1240-AD4F-2BAE-80DC4556CC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70:notes">
            <a:extLst>
              <a:ext uri="{FF2B5EF4-FFF2-40B4-BE49-F238E27FC236}">
                <a16:creationId xmlns:a16="http://schemas.microsoft.com/office/drawing/2014/main" id="{894029C4-6A2D-8B2F-D090-61DD957D92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0806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FE0A74EA-9D17-56B7-8244-A7ED823F5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70:notes">
            <a:extLst>
              <a:ext uri="{FF2B5EF4-FFF2-40B4-BE49-F238E27FC236}">
                <a16:creationId xmlns:a16="http://schemas.microsoft.com/office/drawing/2014/main" id="{6214D645-FC44-7589-FEC2-7C0FA7B281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70:notes">
            <a:extLst>
              <a:ext uri="{FF2B5EF4-FFF2-40B4-BE49-F238E27FC236}">
                <a16:creationId xmlns:a16="http://schemas.microsoft.com/office/drawing/2014/main" id="{F4DD1F41-3370-EDFA-DE21-1DE605DAB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89792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FA74BC57-E63C-E135-BB01-762E9C7DF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70:notes">
            <a:extLst>
              <a:ext uri="{FF2B5EF4-FFF2-40B4-BE49-F238E27FC236}">
                <a16:creationId xmlns:a16="http://schemas.microsoft.com/office/drawing/2014/main" id="{EBDF38F2-B4E8-739F-C297-FAB139D342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70:notes">
            <a:extLst>
              <a:ext uri="{FF2B5EF4-FFF2-40B4-BE49-F238E27FC236}">
                <a16:creationId xmlns:a16="http://schemas.microsoft.com/office/drawing/2014/main" id="{DE1A5A3A-44A6-DAB7-8017-3CC5E0FDC7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58745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A71168B5-D45D-B6C1-24EB-8486B38BF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70:notes">
            <a:extLst>
              <a:ext uri="{FF2B5EF4-FFF2-40B4-BE49-F238E27FC236}">
                <a16:creationId xmlns:a16="http://schemas.microsoft.com/office/drawing/2014/main" id="{75532B32-79B3-8D7B-368E-4E6EA21FA7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70:notes">
            <a:extLst>
              <a:ext uri="{FF2B5EF4-FFF2-40B4-BE49-F238E27FC236}">
                <a16:creationId xmlns:a16="http://schemas.microsoft.com/office/drawing/2014/main" id="{DF3CB918-04C4-28BD-B444-0E04BB1E1E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13691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33C97FB4-7DD1-8FE0-5826-5C48BF7B1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70:notes">
            <a:extLst>
              <a:ext uri="{FF2B5EF4-FFF2-40B4-BE49-F238E27FC236}">
                <a16:creationId xmlns:a16="http://schemas.microsoft.com/office/drawing/2014/main" id="{3D44E58A-4F5D-9A9F-6982-6A2B5CEBDB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70:notes">
            <a:extLst>
              <a:ext uri="{FF2B5EF4-FFF2-40B4-BE49-F238E27FC236}">
                <a16:creationId xmlns:a16="http://schemas.microsoft.com/office/drawing/2014/main" id="{3AE54EAE-B077-20D8-3336-335107985E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14786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8A7441F6-DA2D-5AEF-AAB2-4F08FF09A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70:notes">
            <a:extLst>
              <a:ext uri="{FF2B5EF4-FFF2-40B4-BE49-F238E27FC236}">
                <a16:creationId xmlns:a16="http://schemas.microsoft.com/office/drawing/2014/main" id="{148B8538-EE31-0EAC-72D6-EEE2873C64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70:notes">
            <a:extLst>
              <a:ext uri="{FF2B5EF4-FFF2-40B4-BE49-F238E27FC236}">
                <a16:creationId xmlns:a16="http://schemas.microsoft.com/office/drawing/2014/main" id="{58C8186B-4328-756B-40D7-6F9A6AEF5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64616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A5B2A3A5-F639-40CC-E3B8-479842E49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70:notes">
            <a:extLst>
              <a:ext uri="{FF2B5EF4-FFF2-40B4-BE49-F238E27FC236}">
                <a16:creationId xmlns:a16="http://schemas.microsoft.com/office/drawing/2014/main" id="{AFA2B30D-4F75-3093-215E-4AE482B2E3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70:notes">
            <a:extLst>
              <a:ext uri="{FF2B5EF4-FFF2-40B4-BE49-F238E27FC236}">
                <a16:creationId xmlns:a16="http://schemas.microsoft.com/office/drawing/2014/main" id="{92D8B19D-5D64-6EC2-C7F4-242F2C9E67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98763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E4035803-4B41-55CA-2C2D-0D33E9BB8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4dda1946d_6_370:notes">
            <a:extLst>
              <a:ext uri="{FF2B5EF4-FFF2-40B4-BE49-F238E27FC236}">
                <a16:creationId xmlns:a16="http://schemas.microsoft.com/office/drawing/2014/main" id="{27F040CE-B2A3-FCE9-D0C6-F0EC18423A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4dda1946d_6_370:notes">
            <a:extLst>
              <a:ext uri="{FF2B5EF4-FFF2-40B4-BE49-F238E27FC236}">
                <a16:creationId xmlns:a16="http://schemas.microsoft.com/office/drawing/2014/main" id="{345DA2A6-F6EE-8BF1-0214-164897DC92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1668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9D140-6689-3650-1A4C-C50EB5FA9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B82A78-69F1-7FAD-2C01-425523359A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9FB68-3175-0451-6436-47D1FF331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566A-A95D-4D67-8847-D73C0E4266B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990-1DDA-0433-4111-299FFBB1C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01A6F-C291-1A3B-FC6F-703C409FA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69FAF-BECC-4CFB-9DE3-010F41D85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287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5025E-BCB0-D05C-B5A0-A70686B0E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225D4-BD62-694F-16D6-FC44CD464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AA548-EFB7-F7AF-0DA5-20142BE36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566A-A95D-4D67-8847-D73C0E4266B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03FF4-D40B-49C3-A1D7-0A2411D75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23133-F04D-7D95-5126-DEB5F2AD2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69FAF-BECC-4CFB-9DE3-010F41D85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171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09BAB-61FD-8315-126C-654C6E4EB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5E441-C1D6-AB05-4C5D-845E40C0F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1E774-3B7D-E545-87B8-08E08374B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566A-A95D-4D67-8847-D73C0E4266B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BED7A-C739-49C9-04EE-95D5807F6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41035-FA78-9C00-8FD3-08FB2447D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69FAF-BECC-4CFB-9DE3-010F41D85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01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F7DDC-B085-58AE-BB34-1B62AB020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249E2-F7E8-ECEE-8F10-B4164F14B3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04B85-B135-09F5-58BD-6431A6985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71727-FAB4-DDA7-E41F-FB34E0033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566A-A95D-4D67-8847-D73C0E4266B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09FCF-5A74-E8EF-0FBF-460F668B5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AE2A6D-01BE-CB55-EC53-4EE8D9E24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69FAF-BECC-4CFB-9DE3-010F41D85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85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B5987-1921-EF63-D677-284149A26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21F2B-6C4E-0147-F4F6-7F4032637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66DFC4-2EAB-486E-0A04-908867B633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A3344B-D05E-AD6A-A8C1-92F07CD863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FB0D9E-8641-93DD-AEA7-72D8B8772F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98CBDA-BD10-0477-EA58-3C69C73DF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566A-A95D-4D67-8847-D73C0E4266B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BAD675-0029-CC29-77C6-1B09B9727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EF4999-B296-4765-6220-33FB1FBAC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69FAF-BECC-4CFB-9DE3-010F41D85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542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B6736-C6EC-18D7-7C4A-8AC4902F9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3A5469-5A34-1742-963F-ED364B8D3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566A-A95D-4D67-8847-D73C0E4266B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A9516D-FAFE-A370-0904-2E3648A97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1DE83-FEBF-FF6A-FC49-00E125C73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69FAF-BECC-4CFB-9DE3-010F41D85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106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DCFB79-EF02-54DD-23EE-18840516F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566A-A95D-4D67-8847-D73C0E4266B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E7E520-7747-E9AF-A19B-52A7A16EE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54AB0-9816-8FBC-4F8B-628877B4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69FAF-BECC-4CFB-9DE3-010F41D85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802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873C7-CB60-FAF4-B015-F3FBD021F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DA9F2-2011-2133-84A1-88CB7CAB9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9BB3B-AF0E-7869-8076-1C71213C1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71D46-583A-0549-60F6-8C963B48A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566A-A95D-4D67-8847-D73C0E4266B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B6C1EB-EC83-9958-AAD9-8F4F51F46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BB116-5077-A2FB-CC3B-F22846159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69FAF-BECC-4CFB-9DE3-010F41D85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16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8ABE6-161F-F3DF-ADBB-ACFE4EE9F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9D676B-F662-85F4-7B2D-8886E1589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574B9F-7477-7D38-D003-4A37B2E727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BD95D9-D8B3-33D0-D5C7-C4BB79A30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566A-A95D-4D67-8847-D73C0E4266B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F7D93-822B-A45A-B63D-7A1BDDFE9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B18EA-55EF-8EF6-48B9-A985CB8DA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69FAF-BECC-4CFB-9DE3-010F41D85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489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6432C-C73A-2C5F-134E-8E64C163A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B29F-A81E-7B37-B75C-041474344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EB0FD-39F7-F1ED-ECC8-4066ECB75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566A-A95D-4D67-8847-D73C0E4266B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7633A-A8A8-C3CA-4177-2A4BC0285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D9732-05B5-35AB-81FC-4580740CD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69FAF-BECC-4CFB-9DE3-010F41D85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407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38596D-1C45-01EF-1C80-E98FE97347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28E469-21FB-5592-0A3E-93DD358098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039A3-DF5B-6F21-96CD-A531FFCCC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566A-A95D-4D67-8847-D73C0E4266B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D06B4-338F-208F-7F4B-0CFBAE7A9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4157A-9D1D-BF7E-4B06-B8578BCFE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69FAF-BECC-4CFB-9DE3-010F41D85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344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637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6003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F42C39-1BDF-7DD9-613D-49D3F9262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D9982-9D64-F17E-15FC-6B20E7899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1DB5C-10F2-3D0F-00DC-89C76E22B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9566A-A95D-4D67-8847-D73C0E4266B5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65653-9CBD-3D34-B1BD-3D1498E1A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42BE2-8AA6-CFD2-684E-F0B5622420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769FAF-BECC-4CFB-9DE3-010F41D85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984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oogle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AD9EAF14-AB3E-1435-2925-8803D0F39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1C474BDC-F1F7-E910-22F3-2858E66CC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4012" y="1467458"/>
            <a:ext cx="7063976" cy="1961542"/>
          </a:xfrm>
        </p:spPr>
        <p:txBody>
          <a:bodyPr/>
          <a:lstStyle/>
          <a:p>
            <a:r>
              <a:rPr lang="en-US" sz="6400" b="1" dirty="0"/>
              <a:t>Project</a:t>
            </a:r>
            <a:br>
              <a:rPr lang="en-US" sz="6400" b="1" dirty="0"/>
            </a:br>
            <a:r>
              <a:rPr lang="en-US" sz="6400" b="1" dirty="0"/>
              <a:t>Visualization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B50617C3-8DCA-14B6-09DB-01567A3E1E03}"/>
              </a:ext>
            </a:extLst>
          </p:cNvPr>
          <p:cNvSpPr txBox="1">
            <a:spLocks/>
          </p:cNvSpPr>
          <p:nvPr/>
        </p:nvSpPr>
        <p:spPr>
          <a:xfrm>
            <a:off x="1517481" y="3429000"/>
            <a:ext cx="9157038" cy="592233"/>
          </a:xfrm>
          <a:prstGeom prst="rect">
            <a:avLst/>
          </a:prstGeom>
          <a:solidFill>
            <a:schemeClr val="lt1"/>
          </a:solidFill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pPr algn="l"/>
            <a:r>
              <a:rPr lang="en-US" sz="1800" b="1" dirty="0"/>
              <a:t>Demo Link: </a:t>
            </a:r>
            <a:r>
              <a:rPr lang="en-US" sz="1800" dirty="0">
                <a:hlinkClick r:id="rId3"/>
              </a:rPr>
              <a:t>https://smartevent.my.canva.site/smart-event-coordination platform-overview </a:t>
            </a:r>
            <a:r>
              <a:rPr lang="en-US" sz="1800" b="1" dirty="0">
                <a:hlinkClick r:id="rId3"/>
              </a:rPr>
              <a:t> 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951732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84733C08-9F7F-8F45-B313-6D036997C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29D4C0-656A-11F7-A80F-18D36F018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49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434726CC-C10C-D5D7-5366-A7DFD0409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66C767-0B0E-FCF4-B5AB-4C275F31C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845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4EE11B45-526B-94E6-5C95-3A119B560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C9D359-11AE-1A39-FA1B-0EDF64820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887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409192CA-25E6-6A42-2307-0CA58BE89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B1B025-5094-35BA-1819-C7A9D6D78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70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DD96F529-6106-4BDA-D9BD-C15B01D4B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2D80A1-6394-E36F-3217-3C486B317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283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6EDBA786-DF13-759D-89E0-36346F2C7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ABEEB7-7330-F6F5-6560-9B01DBFC9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92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92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A4E2BF1D-843C-76F2-F53A-19670DF43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94CF72-164D-DEE6-0C28-B2AA90385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757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BB5B544C-C33C-E93F-70BB-254F73C4C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65B347-D751-D4DD-F05B-D93DA52CC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701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E217429A-4C71-796A-DADE-739EF125D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978C73-26E1-B56A-7AE2-2D600D77D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064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A007A28C-03BE-4467-4DFB-149AEF12B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274BD9-0C88-F8BB-1882-4D4D231E0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48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5056BFE4-AA5F-662E-B8B5-A5D78A829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76773F-0291-1023-B968-A3154087B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182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2E859426-0861-AAE2-E96F-1C2140624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A5810-ECBF-F0E5-4ED7-1D9ECEDB9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288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C547C0E0-4A70-FE7B-35D2-2DF61AAC3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4A5D8F-80F6-DA21-3BF0-917703A37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579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7B5D8585-1951-F8D8-2A66-67FA636F4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FFD182-D31E-D2D6-DD3A-6DAFE3268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780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EEE0720F-839B-59C8-2E0B-D19A7AB34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BFD3D4-CE0A-FE01-382F-D78D54204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234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4F83D9B1-EE6D-F540-B22C-5891D8577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442A85-617D-0968-89F7-7E46CE63E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780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7E12C181-4593-7B69-1EE9-834504507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4B530E-6C15-D1F3-42EB-0920F92B6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677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1EDBF333-54C7-6C29-433F-1CA9EE630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17D668-2909-02EF-8FA0-24A4FEB09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303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>
          <a:extLst>
            <a:ext uri="{FF2B5EF4-FFF2-40B4-BE49-F238E27FC236}">
              <a16:creationId xmlns:a16="http://schemas.microsoft.com/office/drawing/2014/main" id="{0A1A7A56-9D5C-5AB8-714B-2C9DCA283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C581B1-4467-BC57-5C51-F98551B4B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880" y="2684380"/>
            <a:ext cx="6662480" cy="1475227"/>
          </a:xfrm>
        </p:spPr>
        <p:txBody>
          <a:bodyPr/>
          <a:lstStyle/>
          <a:p>
            <a:r>
              <a:rPr lang="en-US" sz="10666" b="1" dirty="0"/>
              <a:t>Thanks!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5BEE09-A1E4-5E97-E3E2-DDC71426AA35}"/>
              </a:ext>
            </a:extLst>
          </p:cNvPr>
          <p:cNvSpPr txBox="1"/>
          <p:nvPr/>
        </p:nvSpPr>
        <p:spPr>
          <a:xfrm>
            <a:off x="3799840" y="1468437"/>
            <a:ext cx="5811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Do you have any Question?</a:t>
            </a:r>
          </a:p>
        </p:txBody>
      </p:sp>
    </p:spTree>
    <p:extLst>
      <p:ext uri="{BB962C8B-B14F-4D97-AF65-F5344CB8AC3E}">
        <p14:creationId xmlns:p14="http://schemas.microsoft.com/office/powerpoint/2010/main" val="4114357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26</Words>
  <Application>Microsoft Office PowerPoint</Application>
  <PresentationFormat>Widescreen</PresentationFormat>
  <Paragraphs>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Project Visualization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Yousha</dc:creator>
  <cp:lastModifiedBy>Mr. Yousha</cp:lastModifiedBy>
  <cp:revision>1</cp:revision>
  <dcterms:created xsi:type="dcterms:W3CDTF">2025-11-23T10:36:11Z</dcterms:created>
  <dcterms:modified xsi:type="dcterms:W3CDTF">2025-11-23T10:42:50Z</dcterms:modified>
</cp:coreProperties>
</file>